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Medium" charset="1" panose="02000503000000020004"/>
      <p:regular r:id="rId16"/>
    </p:embeddedFont>
    <p:embeddedFont>
      <p:font typeface="Telegraf" charset="1" panose="00000500000000000000"/>
      <p:regular r:id="rId17"/>
    </p:embeddedFont>
    <p:embeddedFont>
      <p:font typeface="Telegraf Medium" charset="1" panose="00000600000000000000"/>
      <p:regular r:id="rId18"/>
    </p:embeddedFont>
    <p:embeddedFont>
      <p:font typeface="Inter" charset="1" panose="020B050203000000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1524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24000" y="8524906"/>
            <a:ext cx="2418040" cy="733394"/>
            <a:chOff x="0" y="0"/>
            <a:chExt cx="636850" cy="1931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6850" cy="193157"/>
            </a:xfrm>
            <a:custGeom>
              <a:avLst/>
              <a:gdLst/>
              <a:ahLst/>
              <a:cxnLst/>
              <a:rect r="r" b="b" t="t" l="l"/>
              <a:pathLst>
                <a:path h="193157" w="636850">
                  <a:moveTo>
                    <a:pt x="96579" y="0"/>
                  </a:moveTo>
                  <a:lnTo>
                    <a:pt x="540271" y="0"/>
                  </a:lnTo>
                  <a:cubicBezTo>
                    <a:pt x="593610" y="0"/>
                    <a:pt x="636850" y="43240"/>
                    <a:pt x="636850" y="96579"/>
                  </a:cubicBezTo>
                  <a:lnTo>
                    <a:pt x="636850" y="96579"/>
                  </a:lnTo>
                  <a:cubicBezTo>
                    <a:pt x="636850" y="122193"/>
                    <a:pt x="626675" y="146758"/>
                    <a:pt x="608563" y="164870"/>
                  </a:cubicBezTo>
                  <a:cubicBezTo>
                    <a:pt x="590451" y="182982"/>
                    <a:pt x="565886" y="193157"/>
                    <a:pt x="540271" y="193157"/>
                  </a:cubicBezTo>
                  <a:lnTo>
                    <a:pt x="96579" y="193157"/>
                  </a:lnTo>
                  <a:cubicBezTo>
                    <a:pt x="43240" y="193157"/>
                    <a:pt x="0" y="149918"/>
                    <a:pt x="0" y="96579"/>
                  </a:cubicBezTo>
                  <a:lnTo>
                    <a:pt x="0" y="96579"/>
                  </a:lnTo>
                  <a:cubicBezTo>
                    <a:pt x="0" y="43240"/>
                    <a:pt x="43240" y="0"/>
                    <a:pt x="96579" y="0"/>
                  </a:cubicBezTo>
                  <a:close/>
                </a:path>
              </a:pathLst>
            </a:custGeom>
            <a:solidFill>
              <a:srgbClr val="F2F1FB"/>
            </a:solidFill>
            <a:ln w="19050" cap="rnd">
              <a:solidFill>
                <a:srgbClr val="4646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6850" cy="23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  <a:r>
                <a:rPr lang="en-US" b="true" sz="2199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@potexxi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57639" y="8524906"/>
            <a:ext cx="2653649" cy="733394"/>
            <a:chOff x="0" y="0"/>
            <a:chExt cx="698903" cy="193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903" cy="193157"/>
            </a:xfrm>
            <a:custGeom>
              <a:avLst/>
              <a:gdLst/>
              <a:ahLst/>
              <a:cxnLst/>
              <a:rect r="r" b="b" t="t" l="l"/>
              <a:pathLst>
                <a:path h="193157" w="698903">
                  <a:moveTo>
                    <a:pt x="96579" y="0"/>
                  </a:moveTo>
                  <a:lnTo>
                    <a:pt x="602325" y="0"/>
                  </a:lnTo>
                  <a:cubicBezTo>
                    <a:pt x="655664" y="0"/>
                    <a:pt x="698903" y="43240"/>
                    <a:pt x="698903" y="96579"/>
                  </a:cubicBezTo>
                  <a:lnTo>
                    <a:pt x="698903" y="96579"/>
                  </a:lnTo>
                  <a:cubicBezTo>
                    <a:pt x="698903" y="149918"/>
                    <a:pt x="655664" y="193157"/>
                    <a:pt x="602325" y="193157"/>
                  </a:cubicBezTo>
                  <a:lnTo>
                    <a:pt x="96579" y="193157"/>
                  </a:lnTo>
                  <a:cubicBezTo>
                    <a:pt x="43240" y="193157"/>
                    <a:pt x="0" y="149918"/>
                    <a:pt x="0" y="96579"/>
                  </a:cubicBezTo>
                  <a:lnTo>
                    <a:pt x="0" y="96579"/>
                  </a:lnTo>
                  <a:cubicBezTo>
                    <a:pt x="0" y="43240"/>
                    <a:pt x="43240" y="0"/>
                    <a:pt x="96579" y="0"/>
                  </a:cubicBezTo>
                  <a:close/>
                </a:path>
              </a:pathLst>
            </a:custGeom>
            <a:solidFill>
              <a:srgbClr val="F2F1FB"/>
            </a:solidFill>
            <a:ln w="19050" cap="rnd">
              <a:solidFill>
                <a:srgbClr val="46464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98903" cy="23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  <a:r>
                <a:rPr lang="en-US" b="true" sz="2199">
                  <a:solidFill>
                    <a:srgbClr val="46464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@K-Debbabi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804102" y="2198531"/>
            <a:ext cx="6031297" cy="5889939"/>
          </a:xfrm>
          <a:custGeom>
            <a:avLst/>
            <a:gdLst/>
            <a:ahLst/>
            <a:cxnLst/>
            <a:rect r="r" b="b" t="t" l="l"/>
            <a:pathLst>
              <a:path h="5889939" w="6031297">
                <a:moveTo>
                  <a:pt x="0" y="0"/>
                </a:moveTo>
                <a:lnTo>
                  <a:pt x="6031297" y="0"/>
                </a:lnTo>
                <a:lnTo>
                  <a:pt x="6031297" y="5889938"/>
                </a:lnTo>
                <a:lnTo>
                  <a:pt x="0" y="5889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6447" y="4261982"/>
            <a:ext cx="7920927" cy="188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15"/>
              </a:lnSpc>
            </a:pPr>
            <a:r>
              <a:rPr lang="en-US" sz="13248" spc="-927">
                <a:solidFill>
                  <a:srgbClr val="464646"/>
                </a:solidFill>
                <a:latin typeface="Telegraf"/>
                <a:ea typeface="Telegraf"/>
                <a:cs typeface="Telegraf"/>
                <a:sym typeface="Telegraf"/>
              </a:rPr>
              <a:t>MarkIt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2843267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26447" y="2125762"/>
            <a:ext cx="3350465" cy="12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54"/>
              </a:lnSpc>
            </a:pPr>
            <a:r>
              <a:rPr lang="en-US" b="true" sz="9510" spc="-665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Idee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98094" y="3324032"/>
            <a:ext cx="9854365" cy="254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501" indent="-393751" lvl="1">
              <a:lnSpc>
                <a:spcPts val="5106"/>
              </a:lnSpc>
              <a:buFont typeface="Arial"/>
              <a:buChar char="•"/>
            </a:pPr>
            <a:r>
              <a:rPr lang="en-US" sz="3647" spc="-196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Problem: kein reiner Markdown Editor</a:t>
            </a:r>
          </a:p>
          <a:p>
            <a:pPr algn="l" marL="787501" indent="-393751" lvl="1">
              <a:lnSpc>
                <a:spcPts val="5106"/>
              </a:lnSpc>
              <a:spcBef>
                <a:spcPct val="0"/>
              </a:spcBef>
              <a:buFont typeface="Arial"/>
              <a:buChar char="•"/>
            </a:pPr>
            <a:r>
              <a:rPr lang="en-US" sz="3647" spc="-196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r>
              <a:rPr lang="en-US" sz="3647" spc="-196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editor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Hauptsächlich Markdown</a:t>
            </a:r>
          </a:p>
          <a:p>
            <a:pPr algn="l" marL="787501" indent="-393751" lvl="1">
              <a:lnSpc>
                <a:spcPts val="5106"/>
              </a:lnSpc>
              <a:spcBef>
                <a:spcPct val="0"/>
              </a:spcBef>
              <a:buFont typeface="Arial"/>
              <a:buChar char="•"/>
            </a:pPr>
            <a:r>
              <a:rPr lang="en-US" sz="3647" spc="-196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Mischung aus Word und VS - Code</a:t>
            </a:r>
          </a:p>
        </p:txBody>
      </p:sp>
      <p:sp>
        <p:nvSpPr>
          <p:cNvPr name="AutoShape 6" id="6"/>
          <p:cNvSpPr/>
          <p:nvPr/>
        </p:nvSpPr>
        <p:spPr>
          <a:xfrm>
            <a:off x="1524000" y="8571862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920733" y="8590912"/>
            <a:ext cx="2843267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925" y="0"/>
            <a:ext cx="15440150" cy="10287000"/>
          </a:xfrm>
          <a:custGeom>
            <a:avLst/>
            <a:gdLst/>
            <a:ahLst/>
            <a:cxnLst/>
            <a:rect r="r" b="b" t="t" l="l"/>
            <a:pathLst>
              <a:path h="10287000" w="15440150">
                <a:moveTo>
                  <a:pt x="0" y="0"/>
                </a:moveTo>
                <a:lnTo>
                  <a:pt x="15440150" y="0"/>
                </a:lnTo>
                <a:lnTo>
                  <a:pt x="15440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524000" y="1483859"/>
            <a:ext cx="3349068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900118" y="2671519"/>
            <a:ext cx="12487763" cy="127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54"/>
              </a:lnSpc>
            </a:pPr>
            <a:r>
              <a:rPr lang="en-US" b="true" sz="9510" spc="-665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Umsetzung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42695" y="4869650"/>
            <a:ext cx="13245187" cy="308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Begonnen mit Login und Registration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User Interface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Laden und Speichern + Exportieren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Schreiben und Rendern</a:t>
            </a:r>
          </a:p>
        </p:txBody>
      </p:sp>
      <p:sp>
        <p:nvSpPr>
          <p:cNvPr name="AutoShape 6" id="6"/>
          <p:cNvSpPr/>
          <p:nvPr/>
        </p:nvSpPr>
        <p:spPr>
          <a:xfrm>
            <a:off x="1526447" y="9110108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3855913" y="9091058"/>
            <a:ext cx="2908087" cy="1905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4935713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900118" y="2671519"/>
            <a:ext cx="12487763" cy="127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54"/>
              </a:lnSpc>
            </a:pPr>
            <a:r>
              <a:rPr lang="en-US" b="true" sz="9510" spc="-665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Supabase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21407" y="4198890"/>
            <a:ext cx="13245187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open source, deshalb self hosted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Linux / Ubuntu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Docker-Container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zuerst Server in Berlin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danach Server bei Max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Cloudflare</a:t>
            </a:r>
          </a:p>
        </p:txBody>
      </p:sp>
      <p:sp>
        <p:nvSpPr>
          <p:cNvPr name="AutoShape 6" id="6"/>
          <p:cNvSpPr/>
          <p:nvPr/>
        </p:nvSpPr>
        <p:spPr>
          <a:xfrm>
            <a:off x="1526447" y="9110108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1953804" y="9091058"/>
            <a:ext cx="4810196" cy="1905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6584064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900118" y="2671519"/>
            <a:ext cx="12487763" cy="127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54"/>
              </a:lnSpc>
            </a:pPr>
            <a:r>
              <a:rPr lang="en-US" b="true" sz="9510" spc="-665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Probleme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5305" y="4879421"/>
            <a:ext cx="13245187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Lines (komplex, besonders Live-Rendering)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self-hosted Supabase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Pop-Up Menüs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File-Workspace (selected Item)</a:t>
            </a:r>
          </a:p>
        </p:txBody>
      </p:sp>
      <p:sp>
        <p:nvSpPr>
          <p:cNvPr name="AutoShape 6" id="6"/>
          <p:cNvSpPr/>
          <p:nvPr/>
        </p:nvSpPr>
        <p:spPr>
          <a:xfrm>
            <a:off x="1526447" y="9110108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132487" y="9091058"/>
            <a:ext cx="6631513" cy="1905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7483842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6447" y="9110108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9380408" y="9091058"/>
            <a:ext cx="7383592" cy="1905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00118" y="2671519"/>
            <a:ext cx="12487763" cy="127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54"/>
              </a:lnSpc>
            </a:pPr>
            <a:r>
              <a:rPr lang="en-US" b="true" sz="9510" spc="-665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Erweiterungen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5305" y="4879421"/>
            <a:ext cx="13245187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Live Rendering verbessern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Export to PDF verbessern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Work Togheter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8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Live Chat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4000" y="1483859"/>
            <a:ext cx="7483842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38940" y="1028700"/>
            <a:ext cx="15410120" cy="8857631"/>
          </a:xfrm>
          <a:custGeom>
            <a:avLst/>
            <a:gdLst/>
            <a:ahLst/>
            <a:cxnLst/>
            <a:rect r="r" b="b" t="t" l="l"/>
            <a:pathLst>
              <a:path h="8857631" w="15410120">
                <a:moveTo>
                  <a:pt x="0" y="0"/>
                </a:moveTo>
                <a:lnTo>
                  <a:pt x="15410120" y="0"/>
                </a:lnTo>
                <a:lnTo>
                  <a:pt x="15410120" y="8857631"/>
                </a:lnTo>
                <a:lnTo>
                  <a:pt x="0" y="8857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9572" y="0"/>
            <a:ext cx="6608857" cy="10287000"/>
          </a:xfrm>
          <a:custGeom>
            <a:avLst/>
            <a:gdLst/>
            <a:ahLst/>
            <a:cxnLst/>
            <a:rect r="r" b="b" t="t" l="l"/>
            <a:pathLst>
              <a:path h="10287000" w="6608857">
                <a:moveTo>
                  <a:pt x="0" y="0"/>
                </a:moveTo>
                <a:lnTo>
                  <a:pt x="6608856" y="0"/>
                </a:lnTo>
                <a:lnTo>
                  <a:pt x="66088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09143" y="4347667"/>
            <a:ext cx="7620000" cy="183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489"/>
              </a:lnSpc>
            </a:pPr>
            <a:r>
              <a:rPr lang="en-US" b="true" sz="13725" spc="-960">
                <a:solidFill>
                  <a:srgbClr val="46464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Live Demo</a:t>
            </a:r>
          </a:p>
        </p:txBody>
      </p:sp>
      <p:sp>
        <p:nvSpPr>
          <p:cNvPr name="AutoShape 3" id="3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1483859"/>
            <a:ext cx="15240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524000" y="9091789"/>
            <a:ext cx="15240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DAHMEPNUbRQ</dc:identifier>
  <dcterms:modified xsi:type="dcterms:W3CDTF">2011-08-01T06:04:30Z</dcterms:modified>
  <cp:revision>1</cp:revision>
  <dc:title>MarkIt</dc:title>
</cp:coreProperties>
</file>